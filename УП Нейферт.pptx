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373DB-3710-45BA-AF0E-342B4371F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04753F-6963-46DF-BA5F-29BDA5BD5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714BF-BC67-404B-B845-4954D592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E9AFF1-FAF2-4AED-A89E-8DFAA34E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83AF86-1B84-4164-9A37-6DD68753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00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64A4A-E26B-40AB-8D21-0F85B793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1F9420-8411-4BDD-9623-A3EE93874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23477C-1D27-46A3-94ED-F65605A7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D5DE97-8B47-44F9-B718-127B4AE0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72E4A5-9149-443D-A8D8-FDA702E4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93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D9CC4-C0F6-461A-8731-86E8D4685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0485CC-D539-4DFF-B587-5638C403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953C7A-B7E3-4149-9AC8-63D1CCB8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EE85F8-86A5-4AB3-9C11-95392133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4A3820-039B-4883-B0A4-A1DEA611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83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22531-C168-4AB9-B1AB-66462CA1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93EAD-8832-4AF1-B7DD-D03ECAA0E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71B5BC-D0CC-4842-95A8-37383D1A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ED0EC3-63F6-497B-A051-8BCCE5ED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536436-8911-4CF7-AF0F-A28C2530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3197C1-0814-4A2A-AD88-0401D061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6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F1DD4-D7EC-4E2A-8817-976908CF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8E2C52-CFFF-41D4-867F-906066D5D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D389EC-5760-4DD4-B17B-5CE237648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44EED7-7989-437E-B58B-1AC192981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6DDA735-A75F-4BA1-8869-5B295C68C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CC4E40-B7A3-42A1-A434-C413CA59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8D97A32-0EE6-495B-9895-95292325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F5765A-A423-443A-8A71-D537E0B7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08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3937D-D463-4D39-BA81-590AECEA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CF54CF-B7A5-4364-BB18-DC18B203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C3A391-DD23-44FC-A5ED-54906415E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7C8916-4814-4267-9772-3FC9DC39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7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6633CA-1DFB-4ECF-911D-505177B6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721A2C3-C2A1-4FE4-B633-EAD5360E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D13122-E301-4E75-9B77-F36F3770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43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F73F9-78FF-4459-AE61-7370EE54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3C9A24-8362-4851-B7E3-6B7E7C180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EB60DC-5D9B-40BB-A3DF-A158E5906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27DB11-0545-4C1B-9A98-AFF402FF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214653-7497-45FB-B0F6-81E046A0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3B9909-C536-49A9-A8C1-96E48948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08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B9D47-977A-4A87-908D-8EE62225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9ADA83-CDF0-4D8B-9C4C-D34FE2177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E16C10-31BA-4F5D-9EB5-BCE11133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3AF3CD-3870-4BA9-9C93-DC6400B2F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908095-29E3-4638-8B96-E291C636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F428D8-EED9-44A6-8CB2-A538817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74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443BC-0C88-4231-B7EB-23175C09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7886CB-652C-4B28-8F00-9C8EFFE23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9EE0E9-25D8-4478-94D8-EB804BF1D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C14AE2-E334-4622-85EA-35728E62E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5D7AD7-6320-4260-A8F9-38C316EC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935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D86588-6B8F-4CF5-82C3-7DB547717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6FE189-B5BF-4729-A81C-A9062594A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3B11F2-29E3-4F92-82B6-C9EDDC874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CD238B-4A33-44D8-823B-31544484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A465B8-0594-4EBB-A691-B9C4A040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282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21B6C-55E1-43A9-A5DE-6960CAF2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545446-ABDA-4BF3-8489-ED70B62CA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16487E-50D2-426C-873D-5245CE394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13698-D893-4719-9DFB-503D2AAFD96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A0AEC4-5A98-4FC0-BA61-D3491D1A5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3F4DB7-7529-4428-B154-FE7F65B70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BE391-9ACB-45DF-84BB-93D1746F89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79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92F-FE47-4294-83BD-DBBBC54A8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 системы мониторинга «Пульс»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646348-B4D5-48E5-A061-67D65E9D0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Нейферт Константин</a:t>
            </a:r>
          </a:p>
          <a:p>
            <a:r>
              <a:rPr lang="ru-RU" dirty="0"/>
              <a:t>Группа 363</a:t>
            </a:r>
          </a:p>
        </p:txBody>
      </p:sp>
    </p:spTree>
    <p:extLst>
      <p:ext uri="{BB962C8B-B14F-4D97-AF65-F5344CB8AC3E}">
        <p14:creationId xmlns:p14="http://schemas.microsoft.com/office/powerpoint/2010/main" val="371839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7E6D8-C0B3-470B-82FC-27E50AC5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3FB7A-C823-47F8-BE6A-C258385F0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3551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Цель:</a:t>
            </a:r>
          </a:p>
          <a:p>
            <a:pPr marL="457200" lvl="1" indent="0">
              <a:buNone/>
            </a:pPr>
            <a:r>
              <a:rPr lang="ru-RU" dirty="0"/>
              <a:t>Создание консольной утилиты для контроля доступности хостов в реальном времени.  </a:t>
            </a:r>
          </a:p>
          <a:p>
            <a:pPr marL="457200" lvl="1" indent="0">
              <a:buNone/>
            </a:pPr>
            <a:endParaRPr lang="ru-RU" dirty="0"/>
          </a:p>
          <a:p>
            <a:r>
              <a:rPr lang="ru-RU" dirty="0"/>
              <a:t>​Задачи:</a:t>
            </a:r>
          </a:p>
          <a:p>
            <a:pPr marL="457200" lvl="1" indent="0">
              <a:buNone/>
            </a:pPr>
            <a:r>
              <a:rPr lang="ru-RU" dirty="0"/>
              <a:t>​Реализация </a:t>
            </a:r>
            <a:r>
              <a:rPr lang="ru-RU" dirty="0" err="1"/>
              <a:t>парсинга</a:t>
            </a:r>
            <a:r>
              <a:rPr lang="ru-RU" dirty="0"/>
              <a:t> аргументов командной строки (пакет </a:t>
            </a:r>
            <a:r>
              <a:rPr lang="ru-RU" dirty="0" err="1"/>
              <a:t>flag</a:t>
            </a:r>
            <a:r>
              <a:rPr lang="ru-RU" dirty="0"/>
              <a:t>).  </a:t>
            </a:r>
          </a:p>
          <a:p>
            <a:pPr marL="457200" lvl="1" indent="0">
              <a:buNone/>
            </a:pPr>
            <a:r>
              <a:rPr lang="ru-RU" dirty="0"/>
              <a:t>​Работа с файловой системой для чтения списка адресов и записи логов.  </a:t>
            </a:r>
          </a:p>
          <a:p>
            <a:pPr marL="457200" lvl="1" indent="0">
              <a:buNone/>
            </a:pPr>
            <a:r>
              <a:rPr lang="ru-RU" dirty="0"/>
              <a:t>​Организация многопоточной проверки узлов с использованием </a:t>
            </a:r>
            <a:r>
              <a:rPr lang="ru-RU" dirty="0" err="1"/>
              <a:t>горутин</a:t>
            </a:r>
            <a:r>
              <a:rPr lang="ru-RU" dirty="0"/>
              <a:t> и каналов.  </a:t>
            </a:r>
          </a:p>
          <a:p>
            <a:pPr marL="457200" lvl="1" indent="0">
              <a:buNone/>
            </a:pPr>
            <a:r>
              <a:rPr lang="ru-RU" dirty="0"/>
              <a:t>​Реализация двух методов проверки: TCP Connect и ICMP </a:t>
            </a:r>
            <a:r>
              <a:rPr lang="ru-RU" dirty="0" err="1"/>
              <a:t>Ping</a:t>
            </a:r>
            <a:r>
              <a:rPr lang="ru-RU" dirty="0"/>
              <a:t>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B890F9-ECD0-4BF9-943A-D6355846B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364" y="1148649"/>
            <a:ext cx="2880882" cy="440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51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4A432-551C-49F1-8C3B-BF14EAEC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Режимы работы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00238D-6686-400D-A6C1-764D83D4F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57706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Программа поддерживает два основных сценария использования:</a:t>
            </a:r>
          </a:p>
          <a:p>
            <a:pPr marL="0" indent="0">
              <a:buNone/>
            </a:pPr>
            <a:r>
              <a:rPr lang="ru-RU" dirty="0"/>
              <a:t>​1. Разовая проверка (-c):</a:t>
            </a:r>
          </a:p>
          <a:p>
            <a:pPr marL="457200" lvl="1" indent="0">
              <a:buNone/>
            </a:pPr>
            <a:r>
              <a:rPr lang="ru-RU" dirty="0"/>
              <a:t>​Последовательный опрос списка хостов заданное количество раз.  </a:t>
            </a:r>
          </a:p>
          <a:p>
            <a:pPr marL="457200" lvl="1" indent="0">
              <a:buNone/>
            </a:pPr>
            <a:r>
              <a:rPr lang="ru-RU" dirty="0"/>
              <a:t>​Вывод результатов в виде структурированной таблицы в консоль.  </a:t>
            </a:r>
          </a:p>
          <a:p>
            <a:pPr marL="0" indent="0">
              <a:buNone/>
            </a:pPr>
            <a:r>
              <a:rPr lang="ru-RU" dirty="0"/>
              <a:t>2. Постоянный мониторинг (-</a:t>
            </a:r>
            <a:r>
              <a:rPr lang="ru-RU" dirty="0" err="1"/>
              <a:t>monitor</a:t>
            </a:r>
            <a:r>
              <a:rPr lang="ru-RU" dirty="0"/>
              <a:t>):</a:t>
            </a:r>
          </a:p>
          <a:p>
            <a:pPr marL="457200" lvl="1" indent="0">
              <a:buNone/>
            </a:pPr>
            <a:r>
              <a:rPr lang="ru-RU" dirty="0"/>
              <a:t>​Запуск отдельного </a:t>
            </a:r>
            <a:r>
              <a:rPr lang="ru-RU" dirty="0" err="1"/>
              <a:t>воркера</a:t>
            </a:r>
            <a:r>
              <a:rPr lang="ru-RU" dirty="0"/>
              <a:t> (</a:t>
            </a:r>
            <a:r>
              <a:rPr lang="ru-RU" dirty="0" err="1"/>
              <a:t>горутины</a:t>
            </a:r>
            <a:r>
              <a:rPr lang="ru-RU" dirty="0"/>
              <a:t>) для каждого адреса.  </a:t>
            </a:r>
          </a:p>
          <a:p>
            <a:pPr marL="457200" lvl="1" indent="0">
              <a:buNone/>
            </a:pPr>
            <a:r>
              <a:rPr lang="ru-RU" dirty="0"/>
              <a:t>​Периодическая проверка (каждые 5 секунд) и вывод лога в реальном времени.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4A4F0D-816B-4823-8D74-88377E06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936" y="5822351"/>
            <a:ext cx="7234079" cy="7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8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DA193-4DF8-4379-8458-956DF05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Техническая 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C7421A-8530-44A9-95D7-B4560E197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4690"/>
            <a:ext cx="7456714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Конкурентность:</a:t>
            </a:r>
          </a:p>
          <a:p>
            <a:pPr marL="457200" lvl="1" indent="0">
              <a:buNone/>
            </a:pPr>
            <a:r>
              <a:rPr lang="ru-RU" dirty="0"/>
              <a:t>Использование </a:t>
            </a:r>
            <a:r>
              <a:rPr lang="ru-RU" dirty="0" err="1"/>
              <a:t>sync.WaitGroup</a:t>
            </a:r>
            <a:r>
              <a:rPr lang="ru-RU" dirty="0"/>
              <a:t> и </a:t>
            </a:r>
            <a:r>
              <a:rPr lang="ru-RU" dirty="0" err="1"/>
              <a:t>context.WithCancel</a:t>
            </a:r>
            <a:r>
              <a:rPr lang="ru-RU" dirty="0"/>
              <a:t> для управления жизненным циклом потоков.  </a:t>
            </a:r>
          </a:p>
          <a:p>
            <a:pPr marL="457200" lvl="1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​Сетевое взаимодействие:</a:t>
            </a:r>
          </a:p>
          <a:p>
            <a:pPr marL="457200" lvl="1" indent="0">
              <a:buNone/>
            </a:pPr>
            <a:r>
              <a:rPr lang="ru-RU" dirty="0"/>
              <a:t>​Стандартный режим: </a:t>
            </a:r>
            <a:r>
              <a:rPr lang="ru-RU" dirty="0" err="1"/>
              <a:t>net.DialTimeout</a:t>
            </a:r>
            <a:r>
              <a:rPr lang="ru-RU" dirty="0"/>
              <a:t> (TCP порт 80).  </a:t>
            </a:r>
          </a:p>
          <a:p>
            <a:pPr marL="457200" lvl="1" indent="0">
              <a:buNone/>
            </a:pPr>
            <a:r>
              <a:rPr lang="ru-RU" dirty="0"/>
              <a:t>Расширенный режим: Прямая работа с протоколом ICMP через пакет golang.org/x/</a:t>
            </a:r>
            <a:r>
              <a:rPr lang="ru-RU" dirty="0" err="1"/>
              <a:t>net</a:t>
            </a:r>
            <a:r>
              <a:rPr lang="ru-RU" dirty="0"/>
              <a:t>/</a:t>
            </a:r>
            <a:r>
              <a:rPr lang="ru-RU" dirty="0" err="1"/>
              <a:t>icmp</a:t>
            </a:r>
            <a:r>
              <a:rPr lang="ru-RU" dirty="0"/>
              <a:t>.  </a:t>
            </a:r>
          </a:p>
          <a:p>
            <a:pPr marL="457200" lvl="1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​Безопасность данных:</a:t>
            </a:r>
          </a:p>
          <a:p>
            <a:pPr marL="457200" lvl="1" indent="0">
              <a:buNone/>
            </a:pPr>
            <a:r>
              <a:rPr lang="ru-RU" dirty="0"/>
              <a:t>Использование каналов для передачи результатов (</a:t>
            </a:r>
            <a:r>
              <a:rPr lang="ru-RU" dirty="0" err="1"/>
              <a:t>PingResult</a:t>
            </a:r>
            <a:r>
              <a:rPr lang="ru-RU" dirty="0"/>
              <a:t>) от </a:t>
            </a:r>
            <a:r>
              <a:rPr lang="ru-RU" dirty="0" err="1"/>
              <a:t>воркеров</a:t>
            </a:r>
            <a:r>
              <a:rPr lang="ru-RU" dirty="0"/>
              <a:t> к единому слушателю, что исключает состояние гонки (</a:t>
            </a:r>
            <a:r>
              <a:rPr lang="ru-RU" dirty="0" err="1"/>
              <a:t>race</a:t>
            </a:r>
            <a:r>
              <a:rPr lang="ru-RU" dirty="0"/>
              <a:t> </a:t>
            </a:r>
            <a:r>
              <a:rPr lang="ru-RU" dirty="0" err="1"/>
              <a:t>condition</a:t>
            </a:r>
            <a:r>
              <a:rPr lang="ru-RU" dirty="0"/>
              <a:t>).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DEB0B9-05B1-454E-882B-BD3DD4FA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418" y="3959206"/>
            <a:ext cx="3755075" cy="15787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60A952D-8EC4-410B-BF82-F9EFBC9A5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914" y="2234112"/>
            <a:ext cx="3802084" cy="12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2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535E2-A316-4BFA-83D0-3CC65A7E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Обработка завершения и логирование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AA1DDD-FD06-4E20-9BEC-7BF7B8883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2631" cy="4351338"/>
          </a:xfrm>
        </p:spPr>
        <p:txBody>
          <a:bodyPr>
            <a:normAutofit/>
          </a:bodyPr>
          <a:lstStyle/>
          <a:p>
            <a:pPr>
              <a:buFont typeface="Calibri" panose="020F0502020204030204" pitchFamily="34" charset="0"/>
              <a:buChar char="―"/>
            </a:pPr>
            <a:r>
              <a:rPr lang="ru-RU" sz="2400" dirty="0"/>
              <a:t> </a:t>
            </a:r>
            <a:r>
              <a:rPr lang="ru-RU" sz="2400" dirty="0" err="1"/>
              <a:t>Graceful</a:t>
            </a:r>
            <a:r>
              <a:rPr lang="ru-RU" sz="2400" dirty="0"/>
              <a:t> </a:t>
            </a:r>
            <a:r>
              <a:rPr lang="ru-RU" sz="2400" dirty="0" err="1"/>
              <a:t>Shutdown</a:t>
            </a:r>
            <a:r>
              <a:rPr lang="ru-RU" sz="2400" dirty="0"/>
              <a:t>: Программа перехватывает сигналы SIGINT (</a:t>
            </a:r>
            <a:r>
              <a:rPr lang="ru-RU" sz="2400" dirty="0" err="1"/>
              <a:t>Ctrl+C</a:t>
            </a:r>
            <a:r>
              <a:rPr lang="ru-RU" sz="2400" dirty="0"/>
              <a:t>) и SIGTERM.  </a:t>
            </a:r>
          </a:p>
          <a:p>
            <a:pPr>
              <a:buFont typeface="Calibri" panose="020F0502020204030204" pitchFamily="34" charset="0"/>
              <a:buChar char="―"/>
            </a:pPr>
            <a:r>
              <a:rPr lang="ru-RU" sz="2400" dirty="0"/>
              <a:t>​ Корректно завершаются все активные </a:t>
            </a:r>
            <a:r>
              <a:rPr lang="ru-RU" sz="2400" dirty="0" err="1"/>
              <a:t>горутины</a:t>
            </a:r>
            <a:r>
              <a:rPr lang="ru-RU" sz="2400" dirty="0"/>
              <a:t>.  </a:t>
            </a:r>
          </a:p>
          <a:p>
            <a:pPr>
              <a:buFont typeface="Calibri" panose="020F0502020204030204" pitchFamily="34" charset="0"/>
              <a:buChar char="―"/>
            </a:pPr>
            <a:r>
              <a:rPr lang="ru-RU" sz="2400" dirty="0"/>
              <a:t>​ Закрываются файловые дескрипторы лог-файла.  </a:t>
            </a:r>
          </a:p>
          <a:p>
            <a:pPr>
              <a:buFont typeface="Calibri" panose="020F0502020204030204" pitchFamily="34" charset="0"/>
              <a:buChar char="―"/>
            </a:pPr>
            <a:r>
              <a:rPr lang="ru-RU" sz="2400" dirty="0"/>
              <a:t>​ Логирование: Каждое событие фиксируется в файл monitor.log с указанием временной метки, адреса хоста, статуса и времени задержки.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7D617B-3883-4499-875E-12E33B2C4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836" y="2067449"/>
            <a:ext cx="4267796" cy="4667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0BDB28-E2B4-4B07-BC30-6FA8B7B27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29" y="2804812"/>
            <a:ext cx="2496750" cy="12483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9C6882-223B-47AD-8473-D8810E5E9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432" y="4323760"/>
            <a:ext cx="4514603" cy="139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78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A8FB7-13CE-4DED-A894-FCB899FB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578" y="660379"/>
            <a:ext cx="5241732" cy="1325563"/>
          </a:xfrm>
        </p:spPr>
        <p:txBody>
          <a:bodyPr/>
          <a:lstStyle/>
          <a:p>
            <a:r>
              <a:rPr lang="ru-RU" dirty="0"/>
              <a:t>Результаты и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BEFCDD-3A8E-47EF-841E-F65F94F0E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135" y="1953079"/>
            <a:ext cx="10704615" cy="138071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​​Приложение является эффективным инструментом для системного администрирования, демонстрируя возможности языка Go в области сетевого программирования и параллельных вычислений.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437D0E-8642-4D02-92E8-66A71F151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462" y="3618797"/>
            <a:ext cx="5471963" cy="280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07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308</Words>
  <Application>Microsoft Office PowerPoint</Application>
  <PresentationFormat>Широкоэкранный</PresentationFormat>
  <Paragraphs>37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Разработка системы мониторинга «Пульс»</vt:lpstr>
      <vt:lpstr>Цели и задачи проекта</vt:lpstr>
      <vt:lpstr>Режимы работы программы</vt:lpstr>
      <vt:lpstr>Техническая архитектура</vt:lpstr>
      <vt:lpstr> Обработка завершения и логирование</vt:lpstr>
      <vt:lpstr>Результаты и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мониторинга «Пульс»</dc:title>
  <dc:creator>Нейферт Костя</dc:creator>
  <cp:lastModifiedBy>Нейферт Костя</cp:lastModifiedBy>
  <cp:revision>4</cp:revision>
  <dcterms:created xsi:type="dcterms:W3CDTF">2026-04-06T15:59:16Z</dcterms:created>
  <dcterms:modified xsi:type="dcterms:W3CDTF">2026-04-06T16:24:05Z</dcterms:modified>
</cp:coreProperties>
</file>